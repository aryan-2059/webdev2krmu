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41589-3F1A-00D3-457A-51EAAE636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92124-25F3-FBCE-4F1D-9EF9786D9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A667E-2396-5316-3982-BCA681D66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0195D-EBED-3909-BC49-472CD00C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70D44-E9FE-8BCA-045F-C61CE4F9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89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26A7-8470-9722-664B-BF086FF64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8CAB9-6B04-228C-B66A-85776714E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711BD-6C66-82B1-FFDA-27B1A9A8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29191-6B0F-B68E-090C-23CC9D40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6F424-FF81-F94C-38EF-81A992F8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43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9CFF-EB03-1BAF-47D7-8779E2FA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7B477-4715-A1CB-4803-0ED13279E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2E5C9-5747-EDE7-213C-05613FFE6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14242-8A33-500E-F640-54E6BA5A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6C857-B568-ED0A-C19E-33FA28FE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32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87170-8C7C-116B-6AC9-FA83FFBE6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DF23D-A359-5CBF-FC17-F131E8F731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1B4B0-E1A3-D9BC-FBF2-26C32DE19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1C778-F190-5C0D-15DC-D24BC062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6AF70-7669-F205-E48E-6A057442D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48B8D-367B-F079-A31B-3C4E19E1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94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3D92-0086-F805-CAB1-1270C463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B2AF9-CC7E-94C6-B288-FB0E88167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CFB60-1542-66C1-706F-E95791E80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073E2-0AAE-4E10-7394-401C328D6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455E3-2143-ADA5-C222-F08BC86A8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C121B-BF51-1A08-4951-2E8B42D1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EA7D-6891-5A09-BCCB-B44922CAD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A94B2-1CF6-8C85-A640-E14828E2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98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CAF2-A87C-7304-DF18-F6B4FBF09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E9FBC-9E05-9973-2A60-DA70B6FB1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5E4EE-D332-7F0E-FB1B-15D1144B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C419C-06E8-349F-9B0E-78A69DC8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001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8F58C-7CD6-0993-7A01-9B9C4299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FCAE5-330D-8B72-D0EE-611B22F8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2741E-F13A-76B8-20A5-F9C31303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539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6DEE-992A-DAA4-1A21-FD1EC3473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B22B5-BFA6-92B3-5F8C-F2826A76C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B545C-3BB3-00EB-0588-483388156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5D6E4-B0FE-3FED-D869-73942C91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D7FB3-AA5A-ED9A-3602-16F9823B3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570AB-29DB-E17B-FBFD-92D83453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776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482A-4099-E521-0B3E-5F3F98C64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D8A1E-3290-1378-E596-DBECE545B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9C824-DAA0-6039-4E33-1D841A44B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9DA42-8AFD-8CD5-CECD-86203A16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5584A-1E56-CA4B-8E1C-BB2622454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D3B21-307B-5DC1-A04D-EDE82110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49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6BC3-6621-0414-4592-56AB94BB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D4605-99EA-DD5A-DC4B-E2202D6F2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8F0BE-9272-8D2C-FE88-74A0DBEF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38DD2-D7C4-B0E1-4045-E795196CA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D3B82-057F-4A17-4A04-CE1C78115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775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65927-974A-2D46-8191-3359481B2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968EB-A271-FA12-8E79-3C56DD7E4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66103-A538-F9CF-ABA1-8D8688808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D8829-5D87-02FF-8B20-39A1F001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96EE5-09AE-301E-CC26-4B621B56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63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F350D0-A1F2-2271-4D79-6FF71F5AF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837EC-D9D3-FEA2-6E0F-7CF6057DB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5EB11-E543-2D9E-02D8-9E55C0E36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7D779-2CAB-450C-8901-66C706B4D5B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7DEB3-F259-75B9-C38D-6D2E3CD8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F6DD-EE1F-340E-4E91-5A433AD85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A9D5E-5504-46B7-AAEF-26FC77E15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810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71A3-187D-ED50-CA9C-605ED9F6B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0935"/>
            <a:ext cx="9144000" cy="1156129"/>
          </a:xfrm>
        </p:spPr>
        <p:txBody>
          <a:bodyPr>
            <a:normAutofit/>
          </a:bodyPr>
          <a:lstStyle/>
          <a:p>
            <a:r>
              <a:rPr lang="en-IN" sz="6600" dirty="0">
                <a:latin typeface="Aharoni" panose="02010803020104030203" pitchFamily="2" charset="-79"/>
                <a:cs typeface="Aharoni" panose="02010803020104030203" pitchFamily="2" charset="-79"/>
              </a:rPr>
              <a:t>Wedding Reception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0B1F8-C503-4367-7B30-932722E4B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2990"/>
            <a:ext cx="9144000" cy="38967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Aptos" panose="020B0004020202020204" pitchFamily="34" charset="0"/>
              </a:rPr>
              <a:t>Open Elective – Principles of Event Management (HMOEPM044)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A3BDB-D950-D1DD-60A6-98BE716EBF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312" y="109415"/>
            <a:ext cx="6396065" cy="9208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B39E29E-8AF3-E097-DE20-4F8722B0D21F}"/>
              </a:ext>
            </a:extLst>
          </p:cNvPr>
          <p:cNvSpPr txBox="1">
            <a:spLocks/>
          </p:cNvSpPr>
          <p:nvPr/>
        </p:nvSpPr>
        <p:spPr>
          <a:xfrm>
            <a:off x="1362243" y="4388822"/>
            <a:ext cx="4031560" cy="15573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i="1" u="sng" dirty="0">
                <a:latin typeface="Aptos" panose="020B0004020202020204" pitchFamily="34" charset="0"/>
              </a:rPr>
              <a:t>Students:</a:t>
            </a:r>
          </a:p>
          <a:p>
            <a:pPr algn="l"/>
            <a:r>
              <a:rPr lang="en-IN" dirty="0">
                <a:latin typeface="Aptos" panose="020B0004020202020204" pitchFamily="34" charset="0"/>
              </a:rPr>
              <a:t>Aditya Tiwari ~ 2508215001</a:t>
            </a:r>
          </a:p>
          <a:p>
            <a:pPr algn="l"/>
            <a:r>
              <a:rPr lang="en-IN" dirty="0">
                <a:latin typeface="Aptos" panose="020B0004020202020204" pitchFamily="34" charset="0"/>
              </a:rPr>
              <a:t>Aryan Solanki ~ 2501730347</a:t>
            </a:r>
          </a:p>
          <a:p>
            <a:pPr algn="l"/>
            <a:r>
              <a:rPr lang="en-IN" dirty="0">
                <a:latin typeface="Aptos" panose="020B0004020202020204" pitchFamily="34" charset="0"/>
              </a:rPr>
              <a:t>Shashank Sain ~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3020544-85B5-3C44-8C0B-907156604943}"/>
              </a:ext>
            </a:extLst>
          </p:cNvPr>
          <p:cNvSpPr txBox="1">
            <a:spLocks/>
          </p:cNvSpPr>
          <p:nvPr/>
        </p:nvSpPr>
        <p:spPr>
          <a:xfrm>
            <a:off x="8282916" y="4390282"/>
            <a:ext cx="2945426" cy="1557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200" i="1" u="sng" dirty="0">
                <a:latin typeface="Aptos" panose="020B0004020202020204" pitchFamily="34" charset="0"/>
              </a:rPr>
              <a:t>Faculty:</a:t>
            </a:r>
          </a:p>
          <a:p>
            <a:pPr algn="l"/>
            <a:r>
              <a:rPr lang="en-IN" sz="2200" dirty="0">
                <a:latin typeface="Aptos" panose="020B0004020202020204" pitchFamily="34" charset="0"/>
              </a:rPr>
              <a:t>Ms. Shriya Chauhan</a:t>
            </a:r>
          </a:p>
          <a:p>
            <a:pPr algn="l"/>
            <a:r>
              <a:rPr lang="en-IN" sz="2200" dirty="0">
                <a:latin typeface="Aptos" panose="020B0004020202020204" pitchFamily="34" charset="0"/>
              </a:rPr>
              <a:t>Mr. Sanjay Pandey</a:t>
            </a:r>
          </a:p>
        </p:txBody>
      </p:sp>
    </p:spTree>
    <p:extLst>
      <p:ext uri="{BB962C8B-B14F-4D97-AF65-F5344CB8AC3E}">
        <p14:creationId xmlns:p14="http://schemas.microsoft.com/office/powerpoint/2010/main" val="1737273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D405-AB88-BD44-444E-BCA22696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latin typeface="Aharoni" panose="02010803020104030203" pitchFamily="2" charset="-79"/>
                <a:cs typeface="Aharoni" panose="02010803020104030203" pitchFamily="2" charset="-79"/>
              </a:rPr>
              <a:t>Introduction to Event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A9C8CD-7D11-BF5C-5418-4954AF5F5D8E}"/>
              </a:ext>
            </a:extLst>
          </p:cNvPr>
          <p:cNvGrpSpPr/>
          <p:nvPr/>
        </p:nvGrpSpPr>
        <p:grpSpPr>
          <a:xfrm>
            <a:off x="225173" y="2136531"/>
            <a:ext cx="3151073" cy="2749075"/>
            <a:chOff x="2660123" y="238441"/>
            <a:chExt cx="7085566" cy="6381117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FEDB232-A119-F5FD-91FF-BD6F8525488D}"/>
                </a:ext>
              </a:extLst>
            </p:cNvPr>
            <p:cNvSpPr/>
            <p:nvPr/>
          </p:nvSpPr>
          <p:spPr>
            <a:xfrm>
              <a:off x="2905438" y="238441"/>
              <a:ext cx="6594938" cy="6381117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  <a:effectLst>
              <a:glow rad="12700">
                <a:schemeClr val="bg1"/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08634A-EE59-D5E3-827A-1AD7F35D7196}"/>
                </a:ext>
              </a:extLst>
            </p:cNvPr>
            <p:cNvSpPr txBox="1"/>
            <p:nvPr/>
          </p:nvSpPr>
          <p:spPr>
            <a:xfrm>
              <a:off x="2660123" y="2607430"/>
              <a:ext cx="7085566" cy="1643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solidFill>
                    <a:schemeClr val="tx1">
                      <a:lumMod val="8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Type:</a:t>
              </a:r>
            </a:p>
            <a:p>
              <a:pPr algn="ctr"/>
              <a:r>
                <a:rPr lang="en-US" sz="2000" dirty="0">
                  <a:solidFill>
                    <a:schemeClr val="tx1">
                      <a:lumMod val="8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Informal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244A5B-39DB-B704-947D-C3EF5FB790E8}"/>
              </a:ext>
            </a:extLst>
          </p:cNvPr>
          <p:cNvGrpSpPr/>
          <p:nvPr/>
        </p:nvGrpSpPr>
        <p:grpSpPr>
          <a:xfrm>
            <a:off x="4465916" y="3511067"/>
            <a:ext cx="3151073" cy="2749075"/>
            <a:chOff x="2660123" y="238441"/>
            <a:chExt cx="7085566" cy="6381117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159ED8E-0EB2-B5B3-0A89-C5A9209CF56A}"/>
                </a:ext>
              </a:extLst>
            </p:cNvPr>
            <p:cNvSpPr/>
            <p:nvPr/>
          </p:nvSpPr>
          <p:spPr>
            <a:xfrm>
              <a:off x="2905438" y="238441"/>
              <a:ext cx="6594938" cy="6381117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  <a:effectLst>
              <a:glow rad="12700">
                <a:schemeClr val="bg1"/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0FCE5D4-EB5A-B521-0962-CD86F7D9A7E0}"/>
                </a:ext>
              </a:extLst>
            </p:cNvPr>
            <p:cNvSpPr txBox="1"/>
            <p:nvPr/>
          </p:nvSpPr>
          <p:spPr>
            <a:xfrm>
              <a:off x="2660123" y="1893023"/>
              <a:ext cx="7085566" cy="3071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solidFill>
                    <a:schemeClr val="tx1">
                      <a:lumMod val="8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Purpose:</a:t>
              </a:r>
            </a:p>
            <a:p>
              <a:pPr algn="ctr"/>
              <a:r>
                <a:rPr lang="en-US" sz="2000" dirty="0">
                  <a:solidFill>
                    <a:schemeClr val="tx1">
                      <a:lumMod val="8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Honor traditions,</a:t>
              </a:r>
            </a:p>
            <a:p>
              <a:pPr algn="ctr"/>
              <a:r>
                <a:rPr lang="en-US" sz="2000" dirty="0">
                  <a:solidFill>
                    <a:schemeClr val="tx1">
                      <a:lumMod val="8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Celebrate,</a:t>
              </a:r>
            </a:p>
            <a:p>
              <a:pPr algn="ctr"/>
              <a:r>
                <a:rPr lang="en-US" sz="2000" dirty="0">
                  <a:solidFill>
                    <a:schemeClr val="tx1">
                      <a:lumMod val="8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Get together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62763CD-0A15-4E6B-8D44-3761C9A76588}"/>
              </a:ext>
            </a:extLst>
          </p:cNvPr>
          <p:cNvGrpSpPr/>
          <p:nvPr/>
        </p:nvGrpSpPr>
        <p:grpSpPr>
          <a:xfrm>
            <a:off x="8815754" y="2136530"/>
            <a:ext cx="3151073" cy="2749075"/>
            <a:chOff x="2660123" y="238441"/>
            <a:chExt cx="7085566" cy="638111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4DF4E7-EFA2-8F31-EC62-4E5FD70AD26C}"/>
                </a:ext>
              </a:extLst>
            </p:cNvPr>
            <p:cNvSpPr/>
            <p:nvPr/>
          </p:nvSpPr>
          <p:spPr>
            <a:xfrm>
              <a:off x="2905438" y="238441"/>
              <a:ext cx="6594937" cy="6381117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  <a:effectLst>
              <a:glow rad="12700">
                <a:schemeClr val="bg1"/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0561BA-12D1-E410-0EFC-568B531B5B01}"/>
                </a:ext>
              </a:extLst>
            </p:cNvPr>
            <p:cNvSpPr txBox="1"/>
            <p:nvPr/>
          </p:nvSpPr>
          <p:spPr>
            <a:xfrm>
              <a:off x="2660123" y="2250225"/>
              <a:ext cx="7085566" cy="2357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solidFill>
                    <a:schemeClr val="tx1">
                      <a:lumMod val="8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Target Audience:</a:t>
              </a:r>
            </a:p>
            <a:p>
              <a:pPr algn="ctr"/>
              <a:r>
                <a:rPr lang="en-US" sz="2000" dirty="0">
                  <a:solidFill>
                    <a:schemeClr val="tx1">
                      <a:lumMod val="8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Relatives,</a:t>
              </a:r>
            </a:p>
            <a:p>
              <a:pPr algn="ctr"/>
              <a:r>
                <a:rPr lang="en-US" sz="2000" dirty="0">
                  <a:solidFill>
                    <a:schemeClr val="tx1">
                      <a:lumMod val="85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Family &amp; Friends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1490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58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Aharoni</vt:lpstr>
      <vt:lpstr>Aptos</vt:lpstr>
      <vt:lpstr>Arial</vt:lpstr>
      <vt:lpstr>Calibri</vt:lpstr>
      <vt:lpstr>Calibri Light</vt:lpstr>
      <vt:lpstr>Office Theme</vt:lpstr>
      <vt:lpstr>Wedding Reception</vt:lpstr>
      <vt:lpstr>Introduction to Event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Solanki</dc:creator>
  <cp:lastModifiedBy>Aryan Solanki</cp:lastModifiedBy>
  <cp:revision>2</cp:revision>
  <dcterms:created xsi:type="dcterms:W3CDTF">2026-02-13T08:27:27Z</dcterms:created>
  <dcterms:modified xsi:type="dcterms:W3CDTF">2026-02-15T10:44:09Z</dcterms:modified>
</cp:coreProperties>
</file>